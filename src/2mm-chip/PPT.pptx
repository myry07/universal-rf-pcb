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8" r:id="rId2"/>
    <p:sldId id="302" r:id="rId3"/>
    <p:sldId id="303" r:id="rId4"/>
    <p:sldId id="305" r:id="rId5"/>
    <p:sldId id="306" r:id="rId6"/>
    <p:sldId id="30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CFD5EA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8"/>
    <p:restoredTop sz="94856"/>
  </p:normalViewPr>
  <p:slideViewPr>
    <p:cSldViewPr snapToGrid="0" snapToObjects="1">
      <p:cViewPr varScale="1">
        <p:scale>
          <a:sx n="149" d="100"/>
          <a:sy n="149" d="100"/>
        </p:scale>
        <p:origin x="9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38474-7166-B746-AC95-8B9B787E5AFE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6A342-C49E-5540-B8A3-6D0AD7BDD7F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0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Rectángulo">
            <a:extLst>
              <a:ext uri="{FF2B5EF4-FFF2-40B4-BE49-F238E27FC236}">
                <a16:creationId xmlns:a16="http://schemas.microsoft.com/office/drawing/2014/main" id="{9A6EDEE4-0E4A-484F-AE7A-E8B9FC9BC962}"/>
              </a:ext>
            </a:extLst>
          </p:cNvPr>
          <p:cNvSpPr/>
          <p:nvPr userDrawn="1"/>
        </p:nvSpPr>
        <p:spPr>
          <a:xfrm>
            <a:off x="0" y="907783"/>
            <a:ext cx="12192000" cy="5011372"/>
          </a:xfrm>
          <a:prstGeom prst="rect">
            <a:avLst/>
          </a:prstGeom>
          <a:solidFill>
            <a:schemeClr val="bg1">
              <a:lumMod val="75000"/>
              <a:alpha val="46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F0490-FEAC-8C4E-96CE-DEE8596D4F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45427"/>
            <a:ext cx="9144000" cy="1184176"/>
          </a:xfrm>
        </p:spPr>
        <p:txBody>
          <a:bodyPr anchor="t">
            <a:normAutofit/>
          </a:bodyPr>
          <a:lstStyle>
            <a:lvl1pPr algn="l">
              <a:defRPr sz="40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A9EB09-98D8-EB44-B73B-7F201075DE3D}"/>
              </a:ext>
            </a:extLst>
          </p:cNvPr>
          <p:cNvSpPr/>
          <p:nvPr userDrawn="1"/>
        </p:nvSpPr>
        <p:spPr>
          <a:xfrm>
            <a:off x="0" y="5966173"/>
            <a:ext cx="12192000" cy="904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4D379-7A3D-CE44-90E4-9E0046C791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34176"/>
            <a:ext cx="9144000" cy="1063952"/>
          </a:xfrm>
        </p:spPr>
        <p:txBody>
          <a:bodyPr>
            <a:no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877546-0EAF-E947-A55B-8DBE60EB213D}"/>
              </a:ext>
            </a:extLst>
          </p:cNvPr>
          <p:cNvCxnSpPr/>
          <p:nvPr userDrawn="1"/>
        </p:nvCxnSpPr>
        <p:spPr>
          <a:xfrm>
            <a:off x="0" y="908721"/>
            <a:ext cx="1219200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612A8DF-D232-F24C-92CD-5BD1134784E7}"/>
              </a:ext>
            </a:extLst>
          </p:cNvPr>
          <p:cNvSpPr/>
          <p:nvPr userDrawn="1"/>
        </p:nvSpPr>
        <p:spPr>
          <a:xfrm>
            <a:off x="0" y="-8488"/>
            <a:ext cx="12192000" cy="904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AFADD8-9659-9B4F-9344-A526FE87E70C}"/>
              </a:ext>
            </a:extLst>
          </p:cNvPr>
          <p:cNvCxnSpPr/>
          <p:nvPr userDrawn="1"/>
        </p:nvCxnSpPr>
        <p:spPr>
          <a:xfrm>
            <a:off x="0" y="5919155"/>
            <a:ext cx="1219200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174EE9-5B86-7848-8C3B-88CA2C7681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302702"/>
            <a:ext cx="9144000" cy="81793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60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0490-FEAC-8C4E-96CE-DEE8596D4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665162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4D379-7A3D-CE44-90E4-9E0046C79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2198"/>
            <a:ext cx="9144000" cy="406634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C24EC-AA81-AC43-86E1-FEE588341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5A09-5E3C-4EBA-BAA9-21FA3946768D}" type="datetime1">
              <a:rPr lang="de-DE" smtClean="0"/>
              <a:t>16.04.2025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C6B29-697D-0545-BB87-4BDAC4A4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A967D-49E2-2B4E-A324-E4643EA4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6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B88B-80A8-D24E-8017-616A6E0245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044" y="49876"/>
            <a:ext cx="11875911" cy="305722"/>
          </a:xfrm>
        </p:spPr>
        <p:txBody>
          <a:bodyPr>
            <a:noAutofit/>
          </a:bodyPr>
          <a:lstStyle>
            <a:lvl1pPr>
              <a:defRPr sz="1800" b="1"/>
            </a:lvl1pPr>
          </a:lstStyle>
          <a:p>
            <a:r>
              <a:rPr lang="en-GB" dirty="0"/>
              <a:t>Click to edit Master title styles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25E3-28F0-D84F-AEF5-750854F77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42" y="451550"/>
            <a:ext cx="11875913" cy="60949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5154-AB0B-1B4A-AC58-AC501AD0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4D9A-13A5-4711-A029-AD62AEAE96B5}" type="datetime1">
              <a:rPr lang="de-DE" smtClean="0"/>
              <a:t>16.04.2025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3FE0B-F3E2-7242-8825-A6BB4203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71DA4-9C14-1745-9756-D9220FCF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64EC1F-D1A3-0546-B8AE-FE89DB6BDCC0}"/>
              </a:ext>
            </a:extLst>
          </p:cNvPr>
          <p:cNvCxnSpPr>
            <a:cxnSpLocks/>
          </p:cNvCxnSpPr>
          <p:nvPr userDrawn="1"/>
        </p:nvCxnSpPr>
        <p:spPr>
          <a:xfrm>
            <a:off x="0" y="403574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81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B88B-80A8-D24E-8017-616A6E0245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044" y="49876"/>
            <a:ext cx="6226131" cy="305722"/>
          </a:xfrm>
        </p:spPr>
        <p:txBody>
          <a:bodyPr>
            <a:noAutofit/>
          </a:bodyPr>
          <a:lstStyle>
            <a:lvl1pPr>
              <a:defRPr sz="1800" b="1"/>
            </a:lvl1pPr>
          </a:lstStyle>
          <a:p>
            <a:r>
              <a:rPr lang="en-GB" dirty="0"/>
              <a:t>Click to edit Master title styles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25E3-28F0-D84F-AEF5-750854F77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42" y="451550"/>
            <a:ext cx="11875913" cy="60949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5154-AB0B-1B4A-AC58-AC501AD0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B6E9-0F01-4EAA-B266-B1EB68DFF147}" type="datetime1">
              <a:rPr lang="de-DE" smtClean="0"/>
              <a:t>16.04.2025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3FE0B-F3E2-7242-8825-A6BB4203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71DA4-9C14-1745-9756-D9220FCF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64EC1F-D1A3-0546-B8AE-FE89DB6BDCC0}"/>
              </a:ext>
            </a:extLst>
          </p:cNvPr>
          <p:cNvCxnSpPr>
            <a:cxnSpLocks/>
          </p:cNvCxnSpPr>
          <p:nvPr userDrawn="1"/>
        </p:nvCxnSpPr>
        <p:spPr>
          <a:xfrm>
            <a:off x="0" y="403574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713EE58-5E0E-4284-9F4F-6C3DAA2EBD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71905" y="34925"/>
            <a:ext cx="3067569" cy="320676"/>
          </a:xfrm>
        </p:spPr>
        <p:txBody>
          <a:bodyPr anchor="ctr">
            <a:noAutofit/>
          </a:bodyPr>
          <a:lstStyle>
            <a:lvl1pPr marL="0" indent="0" algn="r">
              <a:buNone/>
              <a:defRPr sz="1400" b="1"/>
            </a:lvl1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</a:t>
            </a:r>
            <a:r>
              <a:rPr lang="de-DE" dirty="0" err="1"/>
              <a:t>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3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B88B-80A8-D24E-8017-616A6E0245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044" y="49876"/>
            <a:ext cx="6226131" cy="305722"/>
          </a:xfrm>
        </p:spPr>
        <p:txBody>
          <a:bodyPr>
            <a:noAutofit/>
          </a:bodyPr>
          <a:lstStyle>
            <a:lvl1pPr>
              <a:defRPr sz="1800" b="1"/>
            </a:lvl1pPr>
          </a:lstStyle>
          <a:p>
            <a:r>
              <a:rPr lang="en-GB" dirty="0"/>
              <a:t>Click to edit Master title styles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25E3-28F0-D84F-AEF5-750854F77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43" y="451550"/>
            <a:ext cx="3216924" cy="609495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5154-AB0B-1B4A-AC58-AC501AD0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28388-D502-4C06-B110-AE9ED3616D23}" type="datetime1">
              <a:rPr lang="de-DE" smtClean="0"/>
              <a:t>16.04.2025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3FE0B-F3E2-7242-8825-A6BB4203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71DA4-9C14-1745-9756-D9220FCF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64EC1F-D1A3-0546-B8AE-FE89DB6BDCC0}"/>
              </a:ext>
            </a:extLst>
          </p:cNvPr>
          <p:cNvCxnSpPr>
            <a:cxnSpLocks/>
          </p:cNvCxnSpPr>
          <p:nvPr userDrawn="1"/>
        </p:nvCxnSpPr>
        <p:spPr>
          <a:xfrm>
            <a:off x="0" y="403574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713EE58-5E0E-4284-9F4F-6C3DAA2EBD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71905" y="34925"/>
            <a:ext cx="3067570" cy="320676"/>
          </a:xfrm>
        </p:spPr>
        <p:txBody>
          <a:bodyPr anchor="ctr">
            <a:noAutofit/>
          </a:bodyPr>
          <a:lstStyle>
            <a:lvl1pPr marL="0" indent="0" algn="r">
              <a:buNone/>
              <a:defRPr sz="1400" b="1"/>
            </a:lvl1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title </a:t>
            </a:r>
            <a:r>
              <a:rPr lang="de-DE" dirty="0" err="1"/>
              <a:t>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21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CB88B-80A8-D24E-8017-616A6E0245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83" y="34924"/>
            <a:ext cx="6333067" cy="330201"/>
          </a:xfrm>
        </p:spPr>
        <p:txBody>
          <a:bodyPr>
            <a:noAutofit/>
          </a:bodyPr>
          <a:lstStyle>
            <a:lvl1pPr>
              <a:defRPr sz="1800" b="1"/>
            </a:lvl1pPr>
          </a:lstStyle>
          <a:p>
            <a:r>
              <a:rPr lang="en-GB" dirty="0"/>
              <a:t>Click to edit Master title styles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25E3-28F0-D84F-AEF5-750854F77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3456"/>
            <a:ext cx="4052711" cy="5873044"/>
          </a:xfrm>
        </p:spPr>
        <p:txBody>
          <a:bodyPr>
            <a:normAutofit/>
          </a:bodyPr>
          <a:lstStyle>
            <a:lvl1pPr>
              <a:defRPr sz="1000"/>
            </a:lvl1pPr>
            <a:lvl2pPr>
              <a:defRPr sz="9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5154-AB0B-1B4A-AC58-AC501AD0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C044C-37F1-4193-9FF2-02F81CFC31EC}" type="datetime1">
              <a:rPr lang="de-DE" smtClean="0"/>
              <a:t>16.04.2025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3FE0B-F3E2-7242-8825-A6BB4203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71DA4-9C14-1745-9756-D9220FCF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04C6A99-E560-2047-9F9A-12361DBAC8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9113" y="67857"/>
            <a:ext cx="4646815" cy="264334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01D2748-F99D-9046-B8A0-00D7C2DA7D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424216"/>
            <a:ext cx="6343650" cy="228599"/>
          </a:xfrm>
        </p:spPr>
        <p:txBody>
          <a:bodyPr>
            <a:no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64EC1F-D1A3-0546-B8AE-FE89DB6BDCC0}"/>
              </a:ext>
            </a:extLst>
          </p:cNvPr>
          <p:cNvCxnSpPr>
            <a:cxnSpLocks/>
          </p:cNvCxnSpPr>
          <p:nvPr userDrawn="1"/>
        </p:nvCxnSpPr>
        <p:spPr>
          <a:xfrm>
            <a:off x="0" y="403574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3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8F31625-BD5A-1142-B749-07DDC8F11FA0}"/>
              </a:ext>
            </a:extLst>
          </p:cNvPr>
          <p:cNvSpPr/>
          <p:nvPr userDrawn="1"/>
        </p:nvSpPr>
        <p:spPr>
          <a:xfrm>
            <a:off x="0" y="4090"/>
            <a:ext cx="12192000" cy="3994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8885A-1BC1-8D42-ADF7-61C22FC5126F}"/>
              </a:ext>
            </a:extLst>
          </p:cNvPr>
          <p:cNvSpPr/>
          <p:nvPr userDrawn="1"/>
        </p:nvSpPr>
        <p:spPr>
          <a:xfrm>
            <a:off x="0" y="6571030"/>
            <a:ext cx="12192000" cy="3100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AEDF6D-0EED-D142-B8CA-B8361A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5CC15-FC2B-8B47-98F4-61A49E93F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167F8-095F-2748-B42F-92344E74A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94476"/>
            <a:ext cx="9680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8D8E6-8A14-4B16-A234-96F9205F493C}" type="datetime1">
              <a:rPr lang="de-DE" smtClean="0"/>
              <a:t>16.04.2025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8C6D-3657-194A-95B8-21E1477BB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86844" y="6594476"/>
            <a:ext cx="821831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PPTX Template for Design – Author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A74EE-30EF-2849-8DF4-C2CD319C9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85778" y="6594476"/>
            <a:ext cx="9680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4102-D0E5-4B49-8445-032AEDBB54E5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46AF725-2C3D-4BAF-AA84-380E2DAA12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097490" y="0"/>
            <a:ext cx="1094509" cy="40616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E153F7-2CAE-4049-8712-3F6419F74BFE}"/>
              </a:ext>
            </a:extLst>
          </p:cNvPr>
          <p:cNvCxnSpPr>
            <a:cxnSpLocks/>
          </p:cNvCxnSpPr>
          <p:nvPr userDrawn="1"/>
        </p:nvCxnSpPr>
        <p:spPr>
          <a:xfrm>
            <a:off x="0" y="403574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C0B88B0E-C095-42FC-A837-341189B943C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478259" y="6571030"/>
            <a:ext cx="713742" cy="29794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18C56A-E03F-A646-9C41-ED3D9CDF237B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67582"/>
            <a:ext cx="12192000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83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3" r:id="rId3"/>
    <p:sldLayoutId id="2147483664" r:id="rId4"/>
    <p:sldLayoutId id="2147483665" r:id="rId5"/>
    <p:sldLayoutId id="2147483650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 Math" panose="02040503050406030204" pitchFamily="18" charset="0"/>
          <a:ea typeface="Cambria Math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Cambria Math" panose="02040503050406030204" pitchFamily="18" charset="0"/>
          <a:ea typeface="Cambria Math" panose="02040503050406030204" pitchFamily="18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Cambria Math" panose="02040503050406030204" pitchFamily="18" charset="0"/>
          <a:ea typeface="Cambria Math" panose="02040503050406030204" pitchFamily="18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Cambria Math" panose="02040503050406030204" pitchFamily="18" charset="0"/>
          <a:ea typeface="Cambria Math" panose="02040503050406030204" pitchFamily="18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Cambria Math" panose="02040503050406030204" pitchFamily="18" charset="0"/>
          <a:ea typeface="Cambria Math" panose="02040503050406030204" pitchFamily="18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Cambria Math" panose="02040503050406030204" pitchFamily="18" charset="0"/>
          <a:ea typeface="Cambria Math" panose="02040503050406030204" pitchFamily="18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6290A11-7905-4670-969A-547794EB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489" y="-26632"/>
            <a:ext cx="2453511" cy="9104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4A4C239-431B-6942-81D4-71D8B7B8B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5427"/>
            <a:ext cx="9144000" cy="1184176"/>
          </a:xfrm>
        </p:spPr>
        <p:txBody>
          <a:bodyPr>
            <a:normAutofit/>
          </a:bodyPr>
          <a:lstStyle/>
          <a:p>
            <a:r>
              <a:rPr lang="en-US" dirty="0"/>
              <a:t>Universal-RF-PCB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8747EF4-847D-984F-A732-AA8ECDFA4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4176"/>
            <a:ext cx="9144000" cy="1063952"/>
          </a:xfrm>
        </p:spPr>
        <p:txBody>
          <a:bodyPr/>
          <a:lstStyle/>
          <a:p>
            <a:r>
              <a:rPr lang="en-US" dirty="0"/>
              <a:t>Jiaqi Wang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64B1FF-C152-D147-AF4F-0A8519BF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4302702"/>
            <a:ext cx="9144000" cy="817938"/>
          </a:xfrm>
        </p:spPr>
        <p:txBody>
          <a:bodyPr>
            <a:normAutofit/>
          </a:bodyPr>
          <a:lstStyle/>
          <a:p>
            <a:r>
              <a:rPr lang="de-DE" dirty="0"/>
              <a:t>Institut für CMOS Design</a:t>
            </a:r>
          </a:p>
          <a:p>
            <a:r>
              <a:rPr lang="de-DE" dirty="0"/>
              <a:t>Technische Universität Braunschweig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35944E7-9427-433C-86C5-ED703FB8A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918" y="5947517"/>
            <a:ext cx="2181083" cy="91048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A6EA6AD-AA3F-4FDA-8C31-89A75CF64B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202" t="24087" r="41440" b="26419"/>
          <a:stretch/>
        </p:blipFill>
        <p:spPr>
          <a:xfrm>
            <a:off x="7604135" y="1845427"/>
            <a:ext cx="2711440" cy="327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87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3D6FDA7-FA96-44A1-BAE9-105EF51FD2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38" t="25148" r="23828" b="13558"/>
          <a:stretch/>
        </p:blipFill>
        <p:spPr>
          <a:xfrm>
            <a:off x="4689475" y="1901940"/>
            <a:ext cx="6345414" cy="38130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38AE608-0ACD-4E59-B0F7-D14D22AC2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Overview of the borad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9A309D-CD4A-428A-8A0E-C8CB994943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2mm x 2mm Chip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2 x 6 DC </a:t>
            </a:r>
            <a:r>
              <a:rPr lang="de-DE" sz="1600" dirty="0"/>
              <a:t>with 100nF Cap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4 Single RF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2 Differential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E5E36A-6BBD-4309-BCBB-DAAB1527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5A09-5E3C-4EBA-BAA9-21FA3946768D}" type="datetime1">
              <a:rPr lang="de-DE" smtClean="0"/>
              <a:t>16.04.2025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EFD3E4-22EA-4C90-8E91-A19F7D3A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9917D-87C3-4E84-AA38-EA652D10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65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F71FA-D1A4-43F5-A314-18003C9407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Circuit Architecture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CEB81F-0B4A-46E9-9A37-79825AC4A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S1, S4, S5, S8 </a:t>
            </a:r>
          </a:p>
          <a:p>
            <a:r>
              <a:rPr lang="de-DE" dirty="0"/>
              <a:t>     used for Single RF(50 </a:t>
            </a:r>
            <a:r>
              <a:rPr lang="el-GR" dirty="0"/>
              <a:t>Ω</a:t>
            </a:r>
            <a:r>
              <a:rPr lang="de-DE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Diff1, Diff2</a:t>
            </a:r>
          </a:p>
          <a:p>
            <a:r>
              <a:rPr lang="de-DE" dirty="0"/>
              <a:t>     used for Diff RF(100</a:t>
            </a:r>
            <a:r>
              <a:rPr lang="el-GR" dirty="0"/>
              <a:t> Ω</a:t>
            </a:r>
            <a:r>
              <a:rPr lang="de-DE" dirty="0"/>
              <a:t>)</a:t>
            </a:r>
          </a:p>
          <a:p>
            <a:endParaRPr lang="de-DE" dirty="0"/>
          </a:p>
          <a:p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S9, S10, Diff3</a:t>
            </a:r>
          </a:p>
          <a:p>
            <a:r>
              <a:rPr lang="de-DE" dirty="0"/>
              <a:t>     </a:t>
            </a:r>
            <a:r>
              <a:rPr lang="de-DE" dirty="0" err="1"/>
              <a:t>used</a:t>
            </a:r>
            <a:r>
              <a:rPr lang="de-DE" dirty="0"/>
              <a:t> for Deembedding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E63EFC-FBA7-4607-A31B-D785ED2E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5A09-5E3C-4EBA-BAA9-21FA3946768D}" type="datetime1">
              <a:rPr lang="de-DE" smtClean="0"/>
              <a:t>16.04.2025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A9F36C-04FD-4D57-95DE-F1F07300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A5055C-657A-4C01-AB3B-9C94F555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3</a:t>
            </a:fld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F8EE0B9-E935-4C40-8ACC-E7481F6803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86" t="26969" r="39581" b="15517"/>
          <a:stretch/>
        </p:blipFill>
        <p:spPr>
          <a:xfrm>
            <a:off x="6096000" y="1902198"/>
            <a:ext cx="4137181" cy="381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3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504C0-7F67-47E7-B3CB-1DA728E14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Deembedding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0BC082-C2DE-4DEA-8036-3F7B805B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5A09-5E3C-4EBA-BAA9-21FA3946768D}" type="datetime1">
              <a:rPr lang="de-DE" smtClean="0"/>
              <a:t>16.04.2025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63B734-D7AB-48DA-BBD2-11DBD635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75FAF7-E505-4307-A8A2-A80C4B488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4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673366B-F486-4BC1-BF26-FF9DD21EE2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92" t="13613" r="25000" b="33434"/>
          <a:stretch/>
        </p:blipFill>
        <p:spPr>
          <a:xfrm>
            <a:off x="1806222" y="2102160"/>
            <a:ext cx="8218313" cy="351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9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BF2F1B-7AAA-4C53-BA1B-3586E5B529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Layer Stack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4A8CE7-2475-49AE-94DF-08278F231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i="0" dirty="0">
                <a:solidFill>
                  <a:srgbClr val="1D1D1B"/>
                </a:solidFill>
                <a:effectLst/>
              </a:rPr>
              <a:t>4L-H01 (Rogers 4350B - 168µm core / FR4)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3643E3-2EC1-4A7A-A866-6A3B3FF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5A09-5E3C-4EBA-BAA9-21FA3946768D}" type="datetime1">
              <a:rPr lang="de-DE" smtClean="0"/>
              <a:t>16.04.2025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3159F-92CB-4E1D-9BB2-20474C17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94428C-72BD-476E-AC14-193AF14E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5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99D4B94-B848-4076-8BA8-26774792E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71" t="8307" r="60979" b="73031"/>
          <a:stretch/>
        </p:blipFill>
        <p:spPr>
          <a:xfrm>
            <a:off x="1524000" y="2487424"/>
            <a:ext cx="9424024" cy="343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7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E2EED-FBB7-425D-BEC5-34CACDC24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SMA Connector Details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9F322D-6BB3-4B3F-BE10-E65E5707F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Center to Center 15mm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A4DD63-E904-4C58-A1BB-2C368213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5A09-5E3C-4EBA-BAA9-21FA3946768D}" type="datetime1">
              <a:rPr lang="de-DE" smtClean="0"/>
              <a:t>16.04.2025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BBDFFD-9B87-4E21-8AB0-AB263157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PPTX Template for Design – Author Name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774504-CA0C-4F95-82E2-97C32A46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D4102-D0E5-4B49-8445-032AEDBB54E5}" type="slidenum">
              <a:rPr lang="en-US" smtClean="0"/>
              <a:t>6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546F11-EAC3-4A69-B274-B32240642D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94" t="10345" r="10454" b="-1724"/>
          <a:stretch/>
        </p:blipFill>
        <p:spPr>
          <a:xfrm>
            <a:off x="2603501" y="2434100"/>
            <a:ext cx="6559550" cy="40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7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_for_Design.pptx" id="{967D1606-0F7F-4F24-95AD-924DFFEF16B1}" vid="{10CFA50C-BD41-40FC-8B91-18E0D250FE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PPTX_Template_for_Design</Template>
  <TotalTime>0</TotalTime>
  <Words>134</Words>
  <Application>Microsoft Office PowerPoint</Application>
  <PresentationFormat>Breitbild</PresentationFormat>
  <Paragraphs>40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Wingdings</vt:lpstr>
      <vt:lpstr>Office</vt:lpstr>
      <vt:lpstr>Universal-RF-PCB</vt:lpstr>
      <vt:lpstr>Overview of the borad</vt:lpstr>
      <vt:lpstr>Circuit Architecture</vt:lpstr>
      <vt:lpstr>Deembedding</vt:lpstr>
      <vt:lpstr>Layer Stack</vt:lpstr>
      <vt:lpstr>SMA Connector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Universal-RF-PCB</dc:title>
  <dc:creator>CMOS_A</dc:creator>
  <cp:lastModifiedBy>CMOS_A</cp:lastModifiedBy>
  <cp:revision>15</cp:revision>
  <dcterms:created xsi:type="dcterms:W3CDTF">2025-04-15T11:15:38Z</dcterms:created>
  <dcterms:modified xsi:type="dcterms:W3CDTF">2025-04-16T09:14:41Z</dcterms:modified>
</cp:coreProperties>
</file>